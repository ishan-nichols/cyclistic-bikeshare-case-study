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2A74F-E499-4E7E-9B05-A234F6C426CA}" v="17" dt="2025-11-20T16:13:42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s, Ishan W" userId="f38757b4-5813-4a47-9dea-c67cf45f5d8d" providerId="ADAL" clId="{4CBB9004-04BD-43EF-A153-C7F543BAB0B4}"/>
    <pc:docChg chg="undo custSel addSld delSld modSld">
      <pc:chgData name="Nichols, Ishan W" userId="f38757b4-5813-4a47-9dea-c67cf45f5d8d" providerId="ADAL" clId="{4CBB9004-04BD-43EF-A153-C7F543BAB0B4}" dt="2025-11-20T16:13:21.035" v="1660" actId="20577"/>
      <pc:docMkLst>
        <pc:docMk/>
      </pc:docMkLst>
      <pc:sldChg chg="modSp mod">
        <pc:chgData name="Nichols, Ishan W" userId="f38757b4-5813-4a47-9dea-c67cf45f5d8d" providerId="ADAL" clId="{4CBB9004-04BD-43EF-A153-C7F543BAB0B4}" dt="2025-11-20T16:13:21.035" v="1660" actId="20577"/>
        <pc:sldMkLst>
          <pc:docMk/>
          <pc:sldMk cId="3331340670" sldId="257"/>
        </pc:sldMkLst>
        <pc:spChg chg="mod">
          <ac:chgData name="Nichols, Ishan W" userId="f38757b4-5813-4a47-9dea-c67cf45f5d8d" providerId="ADAL" clId="{4CBB9004-04BD-43EF-A153-C7F543BAB0B4}" dt="2025-11-20T16:13:21.035" v="1660" actId="20577"/>
          <ac:spMkLst>
            <pc:docMk/>
            <pc:sldMk cId="3331340670" sldId="257"/>
            <ac:spMk id="3" creationId="{13229481-A363-9243-BE4D-EECFD9B82769}"/>
          </ac:spMkLst>
        </pc:spChg>
      </pc:sldChg>
      <pc:sldChg chg="addSp delSp modSp mod setBg">
        <pc:chgData name="Nichols, Ishan W" userId="f38757b4-5813-4a47-9dea-c67cf45f5d8d" providerId="ADAL" clId="{4CBB9004-04BD-43EF-A153-C7F543BAB0B4}" dt="2025-11-20T15:33:30.951" v="328" actId="20577"/>
        <pc:sldMkLst>
          <pc:docMk/>
          <pc:sldMk cId="3599181854" sldId="259"/>
        </pc:sldMkLst>
        <pc:spChg chg="mod">
          <ac:chgData name="Nichols, Ishan W" userId="f38757b4-5813-4a47-9dea-c67cf45f5d8d" providerId="ADAL" clId="{4CBB9004-04BD-43EF-A153-C7F543BAB0B4}" dt="2025-11-20T15:30:52.408" v="45" actId="27636"/>
          <ac:spMkLst>
            <pc:docMk/>
            <pc:sldMk cId="3599181854" sldId="259"/>
            <ac:spMk id="2" creationId="{F22A4077-5786-6732-97FC-67C372FDF89F}"/>
          </ac:spMkLst>
        </pc:spChg>
        <pc:spChg chg="del">
          <ac:chgData name="Nichols, Ishan W" userId="f38757b4-5813-4a47-9dea-c67cf45f5d8d" providerId="ADAL" clId="{4CBB9004-04BD-43EF-A153-C7F543BAB0B4}" dt="2025-11-20T15:26:36.399" v="0"/>
          <ac:spMkLst>
            <pc:docMk/>
            <pc:sldMk cId="3599181854" sldId="259"/>
            <ac:spMk id="3" creationId="{64EB3DF4-1FA4-4617-1DB1-5FD85EC3D4B4}"/>
          </ac:spMkLst>
        </pc:spChg>
        <pc:spChg chg="add del mod">
          <ac:chgData name="Nichols, Ishan W" userId="f38757b4-5813-4a47-9dea-c67cf45f5d8d" providerId="ADAL" clId="{4CBB9004-04BD-43EF-A153-C7F543BAB0B4}" dt="2025-11-20T15:26:38.234" v="1"/>
          <ac:spMkLst>
            <pc:docMk/>
            <pc:sldMk cId="3599181854" sldId="259"/>
            <ac:spMk id="4" creationId="{6D4B6BF9-0670-5F5E-720F-E15D85793C81}"/>
          </ac:spMkLst>
        </pc:spChg>
        <pc:spChg chg="add del mod">
          <ac:chgData name="Nichols, Ishan W" userId="f38757b4-5813-4a47-9dea-c67cf45f5d8d" providerId="ADAL" clId="{4CBB9004-04BD-43EF-A153-C7F543BAB0B4}" dt="2025-11-20T15:26:42.702" v="2"/>
          <ac:spMkLst>
            <pc:docMk/>
            <pc:sldMk cId="3599181854" sldId="259"/>
            <ac:spMk id="5" creationId="{CFFAAC06-CEAA-979C-7A8C-129BB36378F1}"/>
          </ac:spMkLst>
        </pc:spChg>
        <pc:spChg chg="add del mod">
          <ac:chgData name="Nichols, Ishan W" userId="f38757b4-5813-4a47-9dea-c67cf45f5d8d" providerId="ADAL" clId="{4CBB9004-04BD-43EF-A153-C7F543BAB0B4}" dt="2025-11-20T15:26:45.851" v="3"/>
          <ac:spMkLst>
            <pc:docMk/>
            <pc:sldMk cId="3599181854" sldId="259"/>
            <ac:spMk id="6" creationId="{B0DC8278-D1DD-231F-CDA7-6B579D1CD737}"/>
          </ac:spMkLst>
        </pc:spChg>
        <pc:spChg chg="add">
          <ac:chgData name="Nichols, Ishan W" userId="f38757b4-5813-4a47-9dea-c67cf45f5d8d" providerId="ADAL" clId="{4CBB9004-04BD-43EF-A153-C7F543BAB0B4}" dt="2025-11-20T15:28:41.529" v="10"/>
          <ac:spMkLst>
            <pc:docMk/>
            <pc:sldMk cId="3599181854" sldId="259"/>
            <ac:spMk id="9" creationId="{B0D3304F-A3D9-C2DD-6A7F-BAE19309CDF0}"/>
          </ac:spMkLst>
        </pc:spChg>
        <pc:spChg chg="add del">
          <ac:chgData name="Nichols, Ishan W" userId="f38757b4-5813-4a47-9dea-c67cf45f5d8d" providerId="ADAL" clId="{4CBB9004-04BD-43EF-A153-C7F543BAB0B4}" dt="2025-11-20T15:26:57.324" v="5" actId="26606"/>
          <ac:spMkLst>
            <pc:docMk/>
            <pc:sldMk cId="3599181854" sldId="259"/>
            <ac:spMk id="11" creationId="{C8B6E7E8-BF52-3AAF-A07D-910CC340062F}"/>
          </ac:spMkLst>
        </pc:spChg>
        <pc:spChg chg="add del mod">
          <ac:chgData name="Nichols, Ishan W" userId="f38757b4-5813-4a47-9dea-c67cf45f5d8d" providerId="ADAL" clId="{4CBB9004-04BD-43EF-A153-C7F543BAB0B4}" dt="2025-11-20T15:29:59.808" v="19" actId="478"/>
          <ac:spMkLst>
            <pc:docMk/>
            <pc:sldMk cId="3599181854" sldId="259"/>
            <ac:spMk id="13" creationId="{700FDFAB-6B5E-6B07-7628-91A893FA61C0}"/>
          </ac:spMkLst>
        </pc:spChg>
        <pc:spChg chg="add del">
          <ac:chgData name="Nichols, Ishan W" userId="f38757b4-5813-4a47-9dea-c67cf45f5d8d" providerId="ADAL" clId="{4CBB9004-04BD-43EF-A153-C7F543BAB0B4}" dt="2025-11-20T15:26:57.324" v="5" actId="26606"/>
          <ac:spMkLst>
            <pc:docMk/>
            <pc:sldMk cId="3599181854" sldId="259"/>
            <ac:spMk id="14" creationId="{182D455B-C993-4AC2-BAC2-D5C9890CEF7F}"/>
          </ac:spMkLst>
        </pc:spChg>
        <pc:spChg chg="add mod">
          <ac:chgData name="Nichols, Ishan W" userId="f38757b4-5813-4a47-9dea-c67cf45f5d8d" providerId="ADAL" clId="{4CBB9004-04BD-43EF-A153-C7F543BAB0B4}" dt="2025-11-20T15:33:30.951" v="328" actId="20577"/>
          <ac:spMkLst>
            <pc:docMk/>
            <pc:sldMk cId="3599181854" sldId="259"/>
            <ac:spMk id="15" creationId="{9AFB6C20-B3A4-7B27-597A-130C2FB91ACB}"/>
          </ac:spMkLst>
        </pc:spChg>
        <pc:spChg chg="add del">
          <ac:chgData name="Nichols, Ishan W" userId="f38757b4-5813-4a47-9dea-c67cf45f5d8d" providerId="ADAL" clId="{4CBB9004-04BD-43EF-A153-C7F543BAB0B4}" dt="2025-11-20T15:27:06.782" v="7" actId="26606"/>
          <ac:spMkLst>
            <pc:docMk/>
            <pc:sldMk cId="3599181854" sldId="259"/>
            <ac:spMk id="27" creationId="{853E39E6-2A74-404E-B4BC-EEC89C01B766}"/>
          </ac:spMkLst>
        </pc:spChg>
        <pc:spChg chg="add del">
          <ac:chgData name="Nichols, Ishan W" userId="f38757b4-5813-4a47-9dea-c67cf45f5d8d" providerId="ADAL" clId="{4CBB9004-04BD-43EF-A153-C7F543BAB0B4}" dt="2025-11-20T15:27:06.782" v="7" actId="26606"/>
          <ac:spMkLst>
            <pc:docMk/>
            <pc:sldMk cId="3599181854" sldId="259"/>
            <ac:spMk id="28" creationId="{DC05F582-AA63-4A8C-915E-66057E4BEEA9}"/>
          </ac:spMkLst>
        </pc:spChg>
        <pc:spChg chg="add del">
          <ac:chgData name="Nichols, Ishan W" userId="f38757b4-5813-4a47-9dea-c67cf45f5d8d" providerId="ADAL" clId="{4CBB9004-04BD-43EF-A153-C7F543BAB0B4}" dt="2025-11-20T15:27:06.782" v="7" actId="26606"/>
          <ac:spMkLst>
            <pc:docMk/>
            <pc:sldMk cId="3599181854" sldId="259"/>
            <ac:spMk id="29" creationId="{CA316C1A-25CD-D478-1C8B-1852E453EE9F}"/>
          </ac:spMkLst>
        </pc:spChg>
        <pc:spChg chg="add del">
          <ac:chgData name="Nichols, Ishan W" userId="f38757b4-5813-4a47-9dea-c67cf45f5d8d" providerId="ADAL" clId="{4CBB9004-04BD-43EF-A153-C7F543BAB0B4}" dt="2025-11-20T15:27:06.782" v="7" actId="26606"/>
          <ac:spMkLst>
            <pc:docMk/>
            <pc:sldMk cId="3599181854" sldId="259"/>
            <ac:spMk id="30" creationId="{2D253D93-3319-4E06-B75F-009AE70FCBCA}"/>
          </ac:spMkLst>
        </pc:spChg>
        <pc:spChg chg="add">
          <ac:chgData name="Nichols, Ishan W" userId="f38757b4-5813-4a47-9dea-c67cf45f5d8d" providerId="ADAL" clId="{4CBB9004-04BD-43EF-A153-C7F543BAB0B4}" dt="2025-11-20T15:27:06.791" v="8" actId="26606"/>
          <ac:spMkLst>
            <pc:docMk/>
            <pc:sldMk cId="3599181854" sldId="259"/>
            <ac:spMk id="32" creationId="{182D455B-C993-4AC2-BAC2-D5C9890CEF7F}"/>
          </ac:spMkLst>
        </pc:spChg>
        <pc:spChg chg="add del">
          <ac:chgData name="Nichols, Ishan W" userId="f38757b4-5813-4a47-9dea-c67cf45f5d8d" providerId="ADAL" clId="{4CBB9004-04BD-43EF-A153-C7F543BAB0B4}" dt="2025-11-20T15:27:07.945" v="9" actId="34307"/>
          <ac:spMkLst>
            <pc:docMk/>
            <pc:sldMk cId="3599181854" sldId="259"/>
            <ac:spMk id="33" creationId="{C8B6E7E8-BF52-3AAF-A07D-910CC340062F}"/>
          </ac:spMkLst>
        </pc:spChg>
        <pc:grpChg chg="add del">
          <ac:chgData name="Nichols, Ishan W" userId="f38757b4-5813-4a47-9dea-c67cf45f5d8d" providerId="ADAL" clId="{4CBB9004-04BD-43EF-A153-C7F543BAB0B4}" dt="2025-11-20T15:27:06.782" v="7" actId="26606"/>
          <ac:grpSpMkLst>
            <pc:docMk/>
            <pc:sldMk cId="3599181854" sldId="259"/>
            <ac:grpSpMk id="16" creationId="{30D050C3-946A-4155-B469-3FE5492E6E91}"/>
          </ac:grpSpMkLst>
        </pc:grpChg>
        <pc:picChg chg="add del mod">
          <ac:chgData name="Nichols, Ishan W" userId="f38757b4-5813-4a47-9dea-c67cf45f5d8d" providerId="ADAL" clId="{4CBB9004-04BD-43EF-A153-C7F543BAB0B4}" dt="2025-11-20T15:28:45.723" v="12" actId="478"/>
          <ac:picMkLst>
            <pc:docMk/>
            <pc:sldMk cId="3599181854" sldId="259"/>
            <ac:picMk id="7" creationId="{F6566EB1-9CE6-33A3-370A-6D6B60C91658}"/>
          </ac:picMkLst>
        </pc:picChg>
        <pc:picChg chg="add del mod ord">
          <ac:chgData name="Nichols, Ishan W" userId="f38757b4-5813-4a47-9dea-c67cf45f5d8d" providerId="ADAL" clId="{4CBB9004-04BD-43EF-A153-C7F543BAB0B4}" dt="2025-11-20T15:29:46.676" v="17" actId="478"/>
          <ac:picMkLst>
            <pc:docMk/>
            <pc:sldMk cId="3599181854" sldId="259"/>
            <ac:picMk id="8" creationId="{3B32DF5F-CACA-AE8F-0B6E-3CC625472BA3}"/>
          </ac:picMkLst>
        </pc:picChg>
        <pc:picChg chg="add mod">
          <ac:chgData name="Nichols, Ishan W" userId="f38757b4-5813-4a47-9dea-c67cf45f5d8d" providerId="ADAL" clId="{4CBB9004-04BD-43EF-A153-C7F543BAB0B4}" dt="2025-11-20T15:29:50.600" v="18" actId="1076"/>
          <ac:picMkLst>
            <pc:docMk/>
            <pc:sldMk cId="3599181854" sldId="259"/>
            <ac:picMk id="10" creationId="{51F0BF4D-9A91-BCA1-0919-5C7FE68E3D5F}"/>
          </ac:picMkLst>
        </pc:picChg>
      </pc:sldChg>
      <pc:sldChg chg="addSp delSp modSp del mod setBg">
        <pc:chgData name="Nichols, Ishan W" userId="f38757b4-5813-4a47-9dea-c67cf45f5d8d" providerId="ADAL" clId="{4CBB9004-04BD-43EF-A153-C7F543BAB0B4}" dt="2025-11-20T15:47:39.147" v="568" actId="47"/>
        <pc:sldMkLst>
          <pc:docMk/>
          <pc:sldMk cId="2994740329" sldId="260"/>
        </pc:sldMkLst>
        <pc:spChg chg="mod">
          <ac:chgData name="Nichols, Ishan W" userId="f38757b4-5813-4a47-9dea-c67cf45f5d8d" providerId="ADAL" clId="{4CBB9004-04BD-43EF-A153-C7F543BAB0B4}" dt="2025-11-20T15:41:01.553" v="566" actId="122"/>
          <ac:spMkLst>
            <pc:docMk/>
            <pc:sldMk cId="2994740329" sldId="260"/>
            <ac:spMk id="2" creationId="{E18D8BD7-FB98-9330-00D2-0804062016B8}"/>
          </ac:spMkLst>
        </pc:spChg>
        <pc:spChg chg="mod">
          <ac:chgData name="Nichols, Ishan W" userId="f38757b4-5813-4a47-9dea-c67cf45f5d8d" providerId="ADAL" clId="{4CBB9004-04BD-43EF-A153-C7F543BAB0B4}" dt="2025-11-20T15:40:55.211" v="564" actId="26606"/>
          <ac:spMkLst>
            <pc:docMk/>
            <pc:sldMk cId="2994740329" sldId="260"/>
            <ac:spMk id="3" creationId="{0EA55C69-47D2-CA68-5218-194A2B82E82A}"/>
          </ac:spMkLst>
        </pc:spChg>
        <pc:spChg chg="add del">
          <ac:chgData name="Nichols, Ishan W" userId="f38757b4-5813-4a47-9dea-c67cf45f5d8d" providerId="ADAL" clId="{4CBB9004-04BD-43EF-A153-C7F543BAB0B4}" dt="2025-11-20T15:40:55.205" v="563" actId="26606"/>
          <ac:spMkLst>
            <pc:docMk/>
            <pc:sldMk cId="2994740329" sldId="260"/>
            <ac:spMk id="8" creationId="{7BA10581-08F2-4D9E-8CB4-07ECFEE95EE6}"/>
          </ac:spMkLst>
        </pc:spChg>
        <pc:spChg chg="add">
          <ac:chgData name="Nichols, Ishan W" userId="f38757b4-5813-4a47-9dea-c67cf45f5d8d" providerId="ADAL" clId="{4CBB9004-04BD-43EF-A153-C7F543BAB0B4}" dt="2025-11-20T15:40:55.211" v="564" actId="26606"/>
          <ac:spMkLst>
            <pc:docMk/>
            <pc:sldMk cId="2994740329" sldId="260"/>
            <ac:spMk id="16" creationId="{A37F6730-8F76-4239-8CBA-B914B02A75AB}"/>
          </ac:spMkLst>
        </pc:spChg>
        <pc:grpChg chg="add del">
          <ac:chgData name="Nichols, Ishan W" userId="f38757b4-5813-4a47-9dea-c67cf45f5d8d" providerId="ADAL" clId="{4CBB9004-04BD-43EF-A153-C7F543BAB0B4}" dt="2025-11-20T15:40:55.205" v="563" actId="26606"/>
          <ac:grpSpMkLst>
            <pc:docMk/>
            <pc:sldMk cId="2994740329" sldId="260"/>
            <ac:grpSpMk id="10" creationId="{59E2092A-4250-4BDD-AC6C-CA57E30DDD57}"/>
          </ac:grpSpMkLst>
        </pc:grpChg>
        <pc:grpChg chg="add">
          <ac:chgData name="Nichols, Ishan W" userId="f38757b4-5813-4a47-9dea-c67cf45f5d8d" providerId="ADAL" clId="{4CBB9004-04BD-43EF-A153-C7F543BAB0B4}" dt="2025-11-20T15:40:55.211" v="564" actId="26606"/>
          <ac:grpSpMkLst>
            <pc:docMk/>
            <pc:sldMk cId="2994740329" sldId="260"/>
            <ac:grpSpMk id="17" creationId="{000A5F84-BD20-4A3E-81BA-9F4444101C16}"/>
          </ac:grpSpMkLst>
        </pc:grpChg>
      </pc:sldChg>
      <pc:sldChg chg="del">
        <pc:chgData name="Nichols, Ishan W" userId="f38757b4-5813-4a47-9dea-c67cf45f5d8d" providerId="ADAL" clId="{4CBB9004-04BD-43EF-A153-C7F543BAB0B4}" dt="2025-11-20T15:47:40.571" v="570" actId="47"/>
        <pc:sldMkLst>
          <pc:docMk/>
          <pc:sldMk cId="1263730304" sldId="261"/>
        </pc:sldMkLst>
      </pc:sldChg>
      <pc:sldChg chg="del">
        <pc:chgData name="Nichols, Ishan W" userId="f38757b4-5813-4a47-9dea-c67cf45f5d8d" providerId="ADAL" clId="{4CBB9004-04BD-43EF-A153-C7F543BAB0B4}" dt="2025-11-20T15:47:41.350" v="571" actId="47"/>
        <pc:sldMkLst>
          <pc:docMk/>
          <pc:sldMk cId="1697541428" sldId="262"/>
        </pc:sldMkLst>
      </pc:sldChg>
      <pc:sldChg chg="addSp modSp add mod">
        <pc:chgData name="Nichols, Ishan W" userId="f38757b4-5813-4a47-9dea-c67cf45f5d8d" providerId="ADAL" clId="{4CBB9004-04BD-43EF-A153-C7F543BAB0B4}" dt="2025-11-20T15:38:58.826" v="545" actId="20577"/>
        <pc:sldMkLst>
          <pc:docMk/>
          <pc:sldMk cId="2826910912" sldId="263"/>
        </pc:sldMkLst>
        <pc:spChg chg="mod">
          <ac:chgData name="Nichols, Ishan W" userId="f38757b4-5813-4a47-9dea-c67cf45f5d8d" providerId="ADAL" clId="{4CBB9004-04BD-43EF-A153-C7F543BAB0B4}" dt="2025-11-20T15:36:42.403" v="344" actId="20577"/>
          <ac:spMkLst>
            <pc:docMk/>
            <pc:sldMk cId="2826910912" sldId="263"/>
            <ac:spMk id="2" creationId="{B8DB6F56-DE93-CBAF-F76B-F7D6FA6A425B}"/>
          </ac:spMkLst>
        </pc:spChg>
        <pc:spChg chg="mod">
          <ac:chgData name="Nichols, Ishan W" userId="f38757b4-5813-4a47-9dea-c67cf45f5d8d" providerId="ADAL" clId="{4CBB9004-04BD-43EF-A153-C7F543BAB0B4}" dt="2025-11-20T15:38:58.826" v="545" actId="20577"/>
          <ac:spMkLst>
            <pc:docMk/>
            <pc:sldMk cId="2826910912" sldId="263"/>
            <ac:spMk id="15" creationId="{63E5ACF0-C032-3A98-8F0C-1C988D371B4E}"/>
          </ac:spMkLst>
        </pc:spChg>
        <pc:picChg chg="add mod">
          <ac:chgData name="Nichols, Ishan W" userId="f38757b4-5813-4a47-9dea-c67cf45f5d8d" providerId="ADAL" clId="{4CBB9004-04BD-43EF-A153-C7F543BAB0B4}" dt="2025-11-20T15:37:16.187" v="348" actId="14100"/>
          <ac:picMkLst>
            <pc:docMk/>
            <pc:sldMk cId="2826910912" sldId="263"/>
            <ac:picMk id="3" creationId="{5B00A2B9-95AC-278C-DDA0-DF15A1FAB43A}"/>
          </ac:picMkLst>
        </pc:picChg>
      </pc:sldChg>
      <pc:sldChg chg="addSp delSp modSp new mod">
        <pc:chgData name="Nichols, Ishan W" userId="f38757b4-5813-4a47-9dea-c67cf45f5d8d" providerId="ADAL" clId="{4CBB9004-04BD-43EF-A153-C7F543BAB0B4}" dt="2025-11-20T15:52:36.382" v="947" actId="20577"/>
        <pc:sldMkLst>
          <pc:docMk/>
          <pc:sldMk cId="1330558212" sldId="264"/>
        </pc:sldMkLst>
        <pc:spChg chg="mod">
          <ac:chgData name="Nichols, Ishan W" userId="f38757b4-5813-4a47-9dea-c67cf45f5d8d" providerId="ADAL" clId="{4CBB9004-04BD-43EF-A153-C7F543BAB0B4}" dt="2025-11-20T15:48:45.122" v="604" actId="122"/>
          <ac:spMkLst>
            <pc:docMk/>
            <pc:sldMk cId="1330558212" sldId="264"/>
            <ac:spMk id="2" creationId="{6609FB5A-D8C8-B8F2-A61F-C19C756DCB45}"/>
          </ac:spMkLst>
        </pc:spChg>
        <pc:spChg chg="del">
          <ac:chgData name="Nichols, Ishan W" userId="f38757b4-5813-4a47-9dea-c67cf45f5d8d" providerId="ADAL" clId="{4CBB9004-04BD-43EF-A153-C7F543BAB0B4}" dt="2025-11-20T15:48:10.912" v="573" actId="1032"/>
          <ac:spMkLst>
            <pc:docMk/>
            <pc:sldMk cId="1330558212" sldId="264"/>
            <ac:spMk id="3" creationId="{5C438586-F6DA-741A-F51A-611A207BF15C}"/>
          </ac:spMkLst>
        </pc:spChg>
        <pc:spChg chg="add mod">
          <ac:chgData name="Nichols, Ishan W" userId="f38757b4-5813-4a47-9dea-c67cf45f5d8d" providerId="ADAL" clId="{4CBB9004-04BD-43EF-A153-C7F543BAB0B4}" dt="2025-11-20T15:52:36.382" v="947" actId="20577"/>
          <ac:spMkLst>
            <pc:docMk/>
            <pc:sldMk cId="1330558212" sldId="264"/>
            <ac:spMk id="6" creationId="{2B24C204-7878-F2A5-5D8B-DCF1359DE4FE}"/>
          </ac:spMkLst>
        </pc:spChg>
        <pc:graphicFrameChg chg="add del mod modGraphic">
          <ac:chgData name="Nichols, Ishan W" userId="f38757b4-5813-4a47-9dea-c67cf45f5d8d" providerId="ADAL" clId="{4CBB9004-04BD-43EF-A153-C7F543BAB0B4}" dt="2025-11-20T15:49:00.630" v="613" actId="478"/>
          <ac:graphicFrameMkLst>
            <pc:docMk/>
            <pc:sldMk cId="1330558212" sldId="264"/>
            <ac:graphicFrameMk id="4" creationId="{46615A9C-47E5-0620-C18F-A249E4CE9721}"/>
          </ac:graphicFrameMkLst>
        </pc:graphicFrameChg>
      </pc:sldChg>
      <pc:sldChg chg="new del">
        <pc:chgData name="Nichols, Ishan W" userId="f38757b4-5813-4a47-9dea-c67cf45f5d8d" providerId="ADAL" clId="{4CBB9004-04BD-43EF-A153-C7F543BAB0B4}" dt="2025-11-20T15:47:39.890" v="569" actId="47"/>
        <pc:sldMkLst>
          <pc:docMk/>
          <pc:sldMk cId="3810191074" sldId="264"/>
        </pc:sldMkLst>
      </pc:sldChg>
      <pc:sldChg chg="modSp new mod">
        <pc:chgData name="Nichols, Ishan W" userId="f38757b4-5813-4a47-9dea-c67cf45f5d8d" providerId="ADAL" clId="{4CBB9004-04BD-43EF-A153-C7F543BAB0B4}" dt="2025-11-20T16:11:50.134" v="1639" actId="27636"/>
        <pc:sldMkLst>
          <pc:docMk/>
          <pc:sldMk cId="842044035" sldId="265"/>
        </pc:sldMkLst>
        <pc:spChg chg="mod">
          <ac:chgData name="Nichols, Ishan W" userId="f38757b4-5813-4a47-9dea-c67cf45f5d8d" providerId="ADAL" clId="{4CBB9004-04BD-43EF-A153-C7F543BAB0B4}" dt="2025-11-20T16:01:27.888" v="968" actId="122"/>
          <ac:spMkLst>
            <pc:docMk/>
            <pc:sldMk cId="842044035" sldId="265"/>
            <ac:spMk id="2" creationId="{1372DE17-C719-BBAC-5223-3E009C9CA098}"/>
          </ac:spMkLst>
        </pc:spChg>
        <pc:spChg chg="mod">
          <ac:chgData name="Nichols, Ishan W" userId="f38757b4-5813-4a47-9dea-c67cf45f5d8d" providerId="ADAL" clId="{4CBB9004-04BD-43EF-A153-C7F543BAB0B4}" dt="2025-11-20T16:11:50.134" v="1639" actId="27636"/>
          <ac:spMkLst>
            <pc:docMk/>
            <pc:sldMk cId="842044035" sldId="265"/>
            <ac:spMk id="3" creationId="{7E140E88-2ED3-91EB-DC15-8ED9C5CA8AF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6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5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1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17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9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6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0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3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1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11/20/2025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149194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0" r:id="rId6"/>
    <p:sldLayoutId id="2147483816" r:id="rId7"/>
    <p:sldLayoutId id="2147483817" r:id="rId8"/>
    <p:sldLayoutId id="2147483818" r:id="rId9"/>
    <p:sldLayoutId id="2147483819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59C4B-61BC-B270-1642-0A719C8E6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4259814"/>
          </a:xfrm>
        </p:spPr>
        <p:txBody>
          <a:bodyPr>
            <a:normAutofit/>
          </a:bodyPr>
          <a:lstStyle/>
          <a:p>
            <a:r>
              <a:rPr lang="en-US" sz="5500" dirty="0"/>
              <a:t>Cyclistic Rider Behavior:</a:t>
            </a:r>
            <a:br>
              <a:rPr lang="en-US" sz="5500" dirty="0"/>
            </a:br>
            <a:r>
              <a:rPr lang="en-US" sz="5500" dirty="0"/>
              <a:t>Casual vs. Member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BEFC0-5DBA-EDBB-ED22-99F2C2793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US"/>
              <a:t>Presented by: Ishan Nichols</a:t>
            </a:r>
          </a:p>
          <a:p>
            <a:r>
              <a:rPr lang="en-US"/>
              <a:t>Last updated:</a:t>
            </a:r>
          </a:p>
          <a:p>
            <a:r>
              <a:rPr lang="en-US"/>
              <a:t>NOVEMBER 14, 2025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C16EB93-E299-481D-A004-769603D3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37600" y="3600"/>
            <a:ext cx="6854400" cy="6854400"/>
            <a:chOff x="0" y="3600"/>
            <a:chExt cx="6854400" cy="68544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CD13B55-E709-4E18-924B-655433A92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36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3B2E1D-0135-45FF-990A-436697D20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199202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2BD9E0F-507C-49AD-B619-B42B4D342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Picture 15" descr="A blue and yellow wavy lines&#10;&#10;AI-generated content may be incorrect.">
            <a:extLst>
              <a:ext uri="{FF2B5EF4-FFF2-40B4-BE49-F238E27FC236}">
                <a16:creationId xmlns:a16="http://schemas.microsoft.com/office/drawing/2014/main" id="{095C90F9-C756-5134-9C62-6D396C50C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61" r="29839"/>
          <a:stretch>
            <a:fillRect/>
          </a:stretch>
        </p:blipFill>
        <p:spPr>
          <a:xfrm>
            <a:off x="4896763" y="-1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</p:spTree>
    <p:extLst>
      <p:ext uri="{BB962C8B-B14F-4D97-AF65-F5344CB8AC3E}">
        <p14:creationId xmlns:p14="http://schemas.microsoft.com/office/powerpoint/2010/main" val="2466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7155-995B-10B8-0398-C9BF8068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29481-A363-9243-BE4D-EECFD9B82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hlinkClick r:id="rId2" action="ppaction://hlinksldjump"/>
              </a:rPr>
              <a:t>Purpose Statement (What is our business goal?)</a:t>
            </a:r>
            <a:endParaRPr lang="en-US" sz="3200" b="1" dirty="0"/>
          </a:p>
          <a:p>
            <a:r>
              <a:rPr lang="en-US" sz="3200" b="1" dirty="0">
                <a:hlinkClick r:id="rId3" action="ppaction://hlinksldjump"/>
              </a:rPr>
              <a:t>Analysis Findings</a:t>
            </a:r>
            <a:endParaRPr lang="en-US" sz="3200" b="1" dirty="0"/>
          </a:p>
          <a:p>
            <a:r>
              <a:rPr lang="en-US" sz="3200" b="1" dirty="0">
                <a:hlinkClick r:id="rId4" action="ppaction://hlinksldjump"/>
              </a:rPr>
              <a:t>Conclusion</a:t>
            </a:r>
            <a:endParaRPr lang="en-US" sz="3200" b="1" dirty="0"/>
          </a:p>
          <a:p>
            <a:r>
              <a:rPr lang="en-US" sz="3200" b="1" dirty="0">
                <a:hlinkClick r:id="rId5" action="ppaction://hlinksldjump"/>
              </a:rPr>
              <a:t>Recommendations</a:t>
            </a:r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3134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18AD5-8FB4-FC16-83A4-718C8AA3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883686"/>
            <a:ext cx="4500561" cy="42598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Identify how annual members and casual riders use bikes differently.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23620-3604-B570-DD17-0A963A1A2944}"/>
              </a:ext>
            </a:extLst>
          </p:cNvPr>
          <p:cNvSpPr txBox="1"/>
          <p:nvPr/>
        </p:nvSpPr>
        <p:spPr>
          <a:xfrm>
            <a:off x="568965" y="979989"/>
            <a:ext cx="4500561" cy="1320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5000"/>
              </a:lnSpc>
              <a:spcBef>
                <a:spcPts val="1000"/>
              </a:spcBef>
            </a:pPr>
            <a:r>
              <a:rPr lang="en-US" sz="1600" cap="all" spc="300" dirty="0"/>
              <a:t>Objective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C16EB93-E299-481D-A004-769603D3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37600" y="3600"/>
            <a:ext cx="6854400" cy="6854400"/>
            <a:chOff x="0" y="3600"/>
            <a:chExt cx="6854400" cy="68544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6CD13B55-E709-4E18-924B-655433A92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36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A3B2E1D-0135-45FF-990A-436697D20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199202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2BD9E0F-507C-49AD-B619-B42B4D342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2D0C56B5-C00E-0746-AA8B-36569518D8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89" r="24261"/>
          <a:stretch>
            <a:fillRect/>
          </a:stretch>
        </p:blipFill>
        <p:spPr>
          <a:xfrm>
            <a:off x="4896763" y="-1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</p:spTree>
    <p:extLst>
      <p:ext uri="{BB962C8B-B14F-4D97-AF65-F5344CB8AC3E}">
        <p14:creationId xmlns:p14="http://schemas.microsoft.com/office/powerpoint/2010/main" val="265637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82D455B-C993-4AC2-BAC2-D5C9890CE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A4077-5786-6732-97FC-67C372FD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2394119"/>
          </a:xfrm>
        </p:spPr>
        <p:txBody>
          <a:bodyPr anchor="t">
            <a:normAutofit fontScale="90000"/>
          </a:bodyPr>
          <a:lstStyle/>
          <a:p>
            <a:r>
              <a:rPr lang="en-US" sz="8800" dirty="0"/>
              <a:t>Number</a:t>
            </a:r>
            <a:br>
              <a:rPr lang="en-US" sz="8800" dirty="0"/>
            </a:br>
            <a:r>
              <a:rPr lang="en-US" sz="8800" dirty="0"/>
              <a:t>of Rides</a:t>
            </a: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B0D3304F-A3D9-C2DD-6A7F-BAE19309CD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F0BF4D-9A91-BCA1-0919-5C7FE68E3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884" y="1154618"/>
            <a:ext cx="6876792" cy="42439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FB6C20-B3A4-7B27-597A-130C2FB91ACB}"/>
              </a:ext>
            </a:extLst>
          </p:cNvPr>
          <p:cNvSpPr txBox="1"/>
          <p:nvPr/>
        </p:nvSpPr>
        <p:spPr>
          <a:xfrm>
            <a:off x="540000" y="3276599"/>
            <a:ext cx="41324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Members take dramatically more rides than casuals.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Members ride the most on weekdays, while casuals ride the most on the weekend.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18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EDC79-F356-82A3-BD78-0E684983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F7A5156-ED94-CF11-CAD0-D4D7C1227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B6F56-DE93-CBAF-F76B-F7D6FA6A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2394119"/>
          </a:xfrm>
        </p:spPr>
        <p:txBody>
          <a:bodyPr anchor="t">
            <a:normAutofit fontScale="90000"/>
          </a:bodyPr>
          <a:lstStyle/>
          <a:p>
            <a:r>
              <a:rPr lang="en-US" sz="8800" dirty="0"/>
              <a:t>Ride</a:t>
            </a:r>
            <a:br>
              <a:rPr lang="en-US" sz="8800" dirty="0"/>
            </a:br>
            <a:r>
              <a:rPr lang="en-US" sz="8800" dirty="0"/>
              <a:t>Length</a:t>
            </a: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6C36A2AB-0363-FD77-B1C3-026F056F83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0DFFE6-B748-3CF6-3049-348F6B960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884" y="1154618"/>
            <a:ext cx="6876792" cy="42439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E5ACF0-C032-3A98-8F0C-1C988D371B4E}"/>
              </a:ext>
            </a:extLst>
          </p:cNvPr>
          <p:cNvSpPr txBox="1"/>
          <p:nvPr/>
        </p:nvSpPr>
        <p:spPr>
          <a:xfrm>
            <a:off x="540000" y="3276599"/>
            <a:ext cx="41324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Casuals ride for dramatically longer than members. (~89 mins vs. ~13 mins)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Casual riders ride for the longest on Thursday and Friday.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0A2B9-95AC-278C-DDA0-DF15A1FAB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484" y="1154618"/>
            <a:ext cx="6876792" cy="424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1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FB5A-D8C8-B8F2-A61F-C19C756D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4C204-7878-F2A5-5D8B-DCF1359DE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Member riders take significantly more rides compared to casuals but take much shorter rides than them.</a:t>
            </a:r>
          </a:p>
          <a:p>
            <a:endParaRPr lang="en-US" sz="2800" b="1" dirty="0"/>
          </a:p>
          <a:p>
            <a:r>
              <a:rPr lang="en-US" sz="2800" b="1" dirty="0"/>
              <a:t>Members mostly ride during the week (likely commuting), while casuals mostly ride on the weekend (</a:t>
            </a:r>
            <a:r>
              <a:rPr lang="en-US" sz="2800" b="1"/>
              <a:t>leisure riding).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30558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DE17-C719-BBAC-5223-3E009C9C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40E88-2ED3-91EB-DC15-8ED9C5CA8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98601"/>
            <a:ext cx="11101136" cy="48101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Tailor a campaign to casual riders by offering a membership deal with weekend and long ride benefits.</a:t>
            </a:r>
          </a:p>
          <a:p>
            <a:endParaRPr lang="en-US" sz="2000" dirty="0"/>
          </a:p>
          <a:p>
            <a:r>
              <a:rPr lang="en-US" sz="2000" dirty="0"/>
              <a:t>Aggressively market on Thursdays and Fridays, when casual riders are most likely to be purchasing more expensive long-distance rides.</a:t>
            </a:r>
          </a:p>
          <a:p>
            <a:endParaRPr lang="en-US" sz="2000" dirty="0"/>
          </a:p>
          <a:p>
            <a:r>
              <a:rPr lang="en-US" sz="2000" dirty="0"/>
              <a:t>Highlight the benefits of cycling more often to encourage more frequent riding.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2044035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200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 LT Pro</vt:lpstr>
      <vt:lpstr>Bell MT</vt:lpstr>
      <vt:lpstr>GlowVTI</vt:lpstr>
      <vt:lpstr>Cyclistic Rider Behavior: Casual vs. Member</vt:lpstr>
      <vt:lpstr>Table of Contents</vt:lpstr>
      <vt:lpstr>Identify how annual members and casual riders use bikes differently.</vt:lpstr>
      <vt:lpstr>Number of Rides</vt:lpstr>
      <vt:lpstr>Ride Length</vt:lpstr>
      <vt:lpstr>Conclusions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Nichols, Ishan W</dc:creator>
  <cp:lastModifiedBy>Nichols, Ishan W</cp:lastModifiedBy>
  <cp:revision>1</cp:revision>
  <dcterms:created xsi:type="dcterms:W3CDTF">2025-11-14T20:54:10Z</dcterms:created>
  <dcterms:modified xsi:type="dcterms:W3CDTF">2025-11-20T16:13:46Z</dcterms:modified>
</cp:coreProperties>
</file>